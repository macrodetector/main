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9EBF5-86FA-4B40-BDEE-7C4D58AA32B8}" v="39" dt="2026-02-01T19:22:19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159AC-539F-4A30-B486-DCDFD53CC7A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60E1-9858-48B1-BB53-111FB97846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50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A60E1-9858-48B1-BB53-111FB97846D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52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52DE-1031-6DDB-F1BB-203774B8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AEE15B-7362-1151-F9C4-BCBE2F386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AB8569-1C90-70DE-F82D-049413017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F6F876-DE6A-0611-9E85-EEE9D048E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A60E1-9858-48B1-BB53-111FB97846D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02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9B5E1-5589-8881-6628-C2142ACA5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4412BF-506B-38F4-90C9-17F13B6B4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9AE47-7832-8E53-94D0-3B51547A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0026E7-654A-22D6-1D1C-6F088767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1B7221-E47B-BA90-C027-A70BC43F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204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9B1F0-FAB6-6D6D-E71B-C2097FC8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935532-BA61-5572-E13C-4C5ED816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9C1754-B94C-0ED4-20B1-7B97E067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8C7E1E-4FC9-B87D-7FEF-FF89E49E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CC942-73A8-BD74-5A66-C1596A09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206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7F25A-E65B-EE7D-A9FC-0BAC91A6B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EC41A2-D0E6-8B2E-C1CC-2FC38ADE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577034-1764-81DF-82F1-927F7171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62975D-1430-C6F6-DED3-14124573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1BA62C-8098-9F4E-F193-D5DC806E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849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D592B-C65C-EA1D-9993-C65426F67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9E6D5-035F-8B89-60A2-D0B20D743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8E1F6A-BF1B-5412-C041-B9FB2477C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67600E-B296-A0BA-CCF2-73762198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17B86D-39EB-921E-CC3B-69E4D061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57574-5B8F-7762-A898-25DF96F7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59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A3375-4AFD-4166-60AC-66ACBB82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39B850-C4F4-FC08-1D2F-9968C2AC7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840044-AE5D-AE60-CE74-A58130FC5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34A659-6D9D-2E33-52A4-51CD18F4D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23F64F-08F8-F4F9-DDEC-75F0F6327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CB301E-6EB4-4405-494A-BA1233E4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30A320-0E10-D650-1588-2BECD674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63C998-6120-B08C-1D25-CD7F2177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813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6EC5B-9C18-A315-8F2C-0108B138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72832C-F04F-F826-96BC-9514AD78E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2993AA-F7D0-34F9-B307-2EA4BE30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34B2ED-BDF8-CCD0-E8CE-FC40CEFA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40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2D0736-FEF8-FDF9-37E7-19F0D04B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E78640-93AA-B160-1EE2-B250598D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FB7F97-59DD-7109-B190-39D37A7D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10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9B256-EB2F-3823-6805-C4A7CA03D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093E2-02E9-4CB3-8DC4-FB6B1EC36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7416CC-4AA7-D3F8-D9C1-E40B21713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7A6ED5-9F7B-AFA6-4906-FE559DD8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F1E1F5-1065-9E8A-CEDF-FCE2D568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61D054-007A-1E4E-4041-1A5C760D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500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8480A-F458-CFF4-2B68-9CA28879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BF2154-722F-2A06-F90D-28A0FEFD9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1B4D7F-5529-4786-2B79-8EFDE809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34C5BE-060A-51CA-F3EB-A7006859C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F9038F-FAB5-BCA8-43A3-DB48DA294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DA3B36-E550-01D8-8837-CF44A0DC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026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E6D6B2-02AA-8CD5-D5AC-6F39140F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B67684-740D-430C-0617-EECA0B52A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699549-3970-3988-C8D8-B0430BEA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987629-6A0C-1C77-0E2F-0035F109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53A0A0-A055-36D6-00A7-19DAF621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19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CAF449-AD37-3284-6CF2-13C9B7F4D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8E9918-4A7C-714C-9D4B-B436EDC88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BA55CF-B5AD-D325-CC26-F09E1B72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A709B-DD69-08E4-1DA9-26CFF611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5BB4F-6A8A-84C2-6CD4-8E2EAEA6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61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8E7BAA-B250-6C33-7157-E674725E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2EDF5C-63BC-A004-8E8C-CDC6791C8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D0F99-40E2-0ABD-7856-07143CA77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77A98-B808-4B95-BA9C-CF64D6556E7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08C7D1-4619-F910-A7CD-17985C829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C59296-33A9-B794-C221-A7257303E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AD792-3E23-4884-95AC-253A25E1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85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5B737E99-6070-9E9D-AACF-ECD312F6DFE1}"/>
              </a:ext>
            </a:extLst>
          </p:cNvPr>
          <p:cNvGrpSpPr/>
          <p:nvPr/>
        </p:nvGrpSpPr>
        <p:grpSpPr>
          <a:xfrm>
            <a:off x="577850" y="597932"/>
            <a:ext cx="9448796" cy="5852201"/>
            <a:chOff x="577850" y="658202"/>
            <a:chExt cx="9448796" cy="5852201"/>
          </a:xfrm>
        </p:grpSpPr>
        <p:pic>
          <p:nvPicPr>
            <p:cNvPr id="78" name="그림 77" descr="스크린샷, 소프트웨어, 멀티미디어 소프트웨어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D0FEE32-0794-3673-35CE-1397E8FED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30500" y="1167318"/>
              <a:ext cx="7296146" cy="534308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A2F50F5-459A-2876-FC83-ED5C3BC4C7B8}"/>
                </a:ext>
              </a:extLst>
            </p:cNvPr>
            <p:cNvSpPr/>
            <p:nvPr/>
          </p:nvSpPr>
          <p:spPr>
            <a:xfrm>
              <a:off x="2857500" y="2081688"/>
              <a:ext cx="1181100" cy="4064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0FABECEF-6D7B-D284-79A2-195DB0BA2741}"/>
                </a:ext>
              </a:extLst>
            </p:cNvPr>
            <p:cNvCxnSpPr>
              <a:cxnSpLocks/>
              <a:stCxn id="6" idx="1"/>
              <a:endCxn id="11" idx="3"/>
            </p:cNvCxnSpPr>
            <p:nvPr/>
          </p:nvCxnSpPr>
          <p:spPr>
            <a:xfrm flipH="1">
              <a:off x="2216150" y="2284888"/>
              <a:ext cx="6413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4259DB-4A95-FA44-DB25-126DE74CEC6C}"/>
                </a:ext>
              </a:extLst>
            </p:cNvPr>
            <p:cNvSpPr txBox="1"/>
            <p:nvPr/>
          </p:nvSpPr>
          <p:spPr>
            <a:xfrm>
              <a:off x="577850" y="2161777"/>
              <a:ext cx="163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/>
                <a:t>Dark Mode/White Mode</a:t>
              </a:r>
              <a:endParaRPr lang="ko-KR" altLang="en-US" sz="10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D14F7A8-E40F-89B8-5700-34367B4CA15F}"/>
                </a:ext>
              </a:extLst>
            </p:cNvPr>
            <p:cNvSpPr/>
            <p:nvPr/>
          </p:nvSpPr>
          <p:spPr>
            <a:xfrm>
              <a:off x="2857500" y="2488088"/>
              <a:ext cx="1181100" cy="546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79431249-42EA-3691-EEB5-0D4FF080697D}"/>
                </a:ext>
              </a:extLst>
            </p:cNvPr>
            <p:cNvCxnSpPr>
              <a:cxnSpLocks/>
              <a:stCxn id="13" idx="1"/>
              <a:endCxn id="17" idx="3"/>
            </p:cNvCxnSpPr>
            <p:nvPr/>
          </p:nvCxnSpPr>
          <p:spPr>
            <a:xfrm flipH="1">
              <a:off x="2235200" y="2761138"/>
              <a:ext cx="6223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85A57B-BAA1-7F78-1089-0C798ECB226D}"/>
                </a:ext>
              </a:extLst>
            </p:cNvPr>
            <p:cNvSpPr txBox="1"/>
            <p:nvPr/>
          </p:nvSpPr>
          <p:spPr>
            <a:xfrm>
              <a:off x="1739900" y="2638027"/>
              <a:ext cx="495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/>
                <a:t>Font</a:t>
              </a:r>
              <a:endParaRPr lang="ko-KR" altLang="en-US" sz="10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AEC08F2-F137-730D-B2B7-75AF1C44A71B}"/>
                </a:ext>
              </a:extLst>
            </p:cNvPr>
            <p:cNvSpPr/>
            <p:nvPr/>
          </p:nvSpPr>
          <p:spPr>
            <a:xfrm>
              <a:off x="4295774" y="1715589"/>
              <a:ext cx="2660650" cy="177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3BB5B84-9333-7A1F-884A-22EF1FF59248}"/>
                </a:ext>
              </a:extLst>
            </p:cNvPr>
            <p:cNvCxnSpPr>
              <a:cxnSpLocks/>
              <a:stCxn id="26" idx="0"/>
              <a:endCxn id="30" idx="2"/>
            </p:cNvCxnSpPr>
            <p:nvPr/>
          </p:nvCxnSpPr>
          <p:spPr>
            <a:xfrm flipV="1">
              <a:off x="5626099" y="1058312"/>
              <a:ext cx="0" cy="657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AF7A5D-6F26-1691-0D34-55F769555122}"/>
                </a:ext>
              </a:extLst>
            </p:cNvPr>
            <p:cNvSpPr txBox="1"/>
            <p:nvPr/>
          </p:nvSpPr>
          <p:spPr>
            <a:xfrm>
              <a:off x="4586286" y="658202"/>
              <a:ext cx="2079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STOP KEY</a:t>
              </a:r>
              <a:br>
                <a:rPr lang="en-US" altLang="ko-KR" sz="1000" dirty="0"/>
              </a:br>
              <a:r>
                <a:rPr lang="en-US" altLang="ko-KR" sz="1000" dirty="0"/>
                <a:t>(Recording / Train / Inference)</a:t>
              </a:r>
              <a:endParaRPr lang="ko-KR" altLang="en-US" sz="1000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A6998B9-CA21-EA3E-6774-B679FFAB11E0}"/>
                </a:ext>
              </a:extLst>
            </p:cNvPr>
            <p:cNvSpPr/>
            <p:nvPr/>
          </p:nvSpPr>
          <p:spPr>
            <a:xfrm>
              <a:off x="4414835" y="2761138"/>
              <a:ext cx="2520950" cy="14590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F490638B-04F6-B3A3-932C-30D18170D60F}"/>
                </a:ext>
              </a:extLst>
            </p:cNvPr>
            <p:cNvCxnSpPr>
              <a:cxnSpLocks/>
              <a:stCxn id="37" idx="1"/>
              <a:endCxn id="40" idx="3"/>
            </p:cNvCxnSpPr>
            <p:nvPr/>
          </p:nvCxnSpPr>
          <p:spPr>
            <a:xfrm flipH="1">
              <a:off x="2523151" y="3490639"/>
              <a:ext cx="1891684" cy="96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6ED3E09-D01C-5B82-0E55-2AD9A47BCA35}"/>
                </a:ext>
              </a:extLst>
            </p:cNvPr>
            <p:cNvSpPr txBox="1"/>
            <p:nvPr/>
          </p:nvSpPr>
          <p:spPr>
            <a:xfrm>
              <a:off x="1121749" y="3377182"/>
              <a:ext cx="14014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/>
                <a:t>Env Setting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6AE7B1E-633D-7354-0508-EDBF1315F981}"/>
                </a:ext>
              </a:extLst>
            </p:cNvPr>
            <p:cNvSpPr/>
            <p:nvPr/>
          </p:nvSpPr>
          <p:spPr>
            <a:xfrm>
              <a:off x="2863850" y="2488088"/>
              <a:ext cx="1181100" cy="546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CE0B8D3-B4C7-246D-B6D2-66B57C14A54B}"/>
                </a:ext>
              </a:extLst>
            </p:cNvPr>
            <p:cNvSpPr/>
            <p:nvPr/>
          </p:nvSpPr>
          <p:spPr>
            <a:xfrm>
              <a:off x="4414835" y="4427888"/>
              <a:ext cx="2520949" cy="4840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07722D74-920A-160A-0AA4-FECC923E18CF}"/>
                </a:ext>
              </a:extLst>
            </p:cNvPr>
            <p:cNvCxnSpPr>
              <a:cxnSpLocks/>
              <a:stCxn id="47" idx="1"/>
              <a:endCxn id="52" idx="3"/>
            </p:cNvCxnSpPr>
            <p:nvPr/>
          </p:nvCxnSpPr>
          <p:spPr>
            <a:xfrm flipH="1">
              <a:off x="2636098" y="4669896"/>
              <a:ext cx="17787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39EB787-E69C-74D7-F037-86C218BCA0A4}"/>
                </a:ext>
              </a:extLst>
            </p:cNvPr>
            <p:cNvSpPr txBox="1"/>
            <p:nvPr/>
          </p:nvSpPr>
          <p:spPr>
            <a:xfrm>
              <a:off x="944797" y="4546785"/>
              <a:ext cx="16913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/>
                <a:t>Visible User Record Path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0B7D00F-4426-D447-1E22-6535A87C22B7}"/>
                </a:ext>
              </a:extLst>
            </p:cNvPr>
            <p:cNvSpPr/>
            <p:nvPr/>
          </p:nvSpPr>
          <p:spPr>
            <a:xfrm>
              <a:off x="4414835" y="5124044"/>
              <a:ext cx="2520948" cy="7239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8983E07A-EEF2-D638-25A6-99612AA07908}"/>
                </a:ext>
              </a:extLst>
            </p:cNvPr>
            <p:cNvCxnSpPr>
              <a:cxnSpLocks/>
              <a:stCxn id="56" idx="1"/>
              <a:endCxn id="59" idx="3"/>
            </p:cNvCxnSpPr>
            <p:nvPr/>
          </p:nvCxnSpPr>
          <p:spPr>
            <a:xfrm flipH="1">
              <a:off x="2436325" y="5485995"/>
              <a:ext cx="19785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8C1BAC3-41DD-D2A9-594D-21DAE71F724D}"/>
                </a:ext>
              </a:extLst>
            </p:cNvPr>
            <p:cNvSpPr txBox="1"/>
            <p:nvPr/>
          </p:nvSpPr>
          <p:spPr>
            <a:xfrm>
              <a:off x="1538774" y="5285940"/>
              <a:ext cx="89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/>
                <a:t>Train</a:t>
              </a:r>
            </a:p>
            <a:p>
              <a:pPr algn="r"/>
              <a:r>
                <a:rPr lang="en-US" altLang="ko-KR" sz="1000" dirty="0"/>
                <a:t>Inference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2C5C20B-80F7-200A-B9EE-F83925672CE1}"/>
                </a:ext>
              </a:extLst>
            </p:cNvPr>
            <p:cNvSpPr txBox="1"/>
            <p:nvPr/>
          </p:nvSpPr>
          <p:spPr>
            <a:xfrm>
              <a:off x="7550149" y="713349"/>
              <a:ext cx="20796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Log Panel</a:t>
              </a:r>
              <a:endParaRPr lang="ko-KR" altLang="en-US" sz="1000" dirty="0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974383C-3A7D-CEAA-DFF1-7D716B98CE68}"/>
                </a:ext>
              </a:extLst>
            </p:cNvPr>
            <p:cNvSpPr/>
            <p:nvPr/>
          </p:nvSpPr>
          <p:spPr>
            <a:xfrm>
              <a:off x="7204074" y="1490482"/>
              <a:ext cx="2771776" cy="494841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0F1052B6-6DC5-705C-3B2D-8C9F56C3BD12}"/>
                </a:ext>
              </a:extLst>
            </p:cNvPr>
            <p:cNvCxnSpPr>
              <a:cxnSpLocks/>
              <a:stCxn id="70" idx="0"/>
              <a:endCxn id="69" idx="2"/>
            </p:cNvCxnSpPr>
            <p:nvPr/>
          </p:nvCxnSpPr>
          <p:spPr>
            <a:xfrm flipV="1">
              <a:off x="8589962" y="959570"/>
              <a:ext cx="0" cy="5309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57926BE-99C8-CA66-7CC3-DB055781B2E8}"/>
              </a:ext>
            </a:extLst>
          </p:cNvPr>
          <p:cNvSpPr txBox="1"/>
          <p:nvPr/>
        </p:nvSpPr>
        <p:spPr>
          <a:xfrm>
            <a:off x="355600" y="22860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954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C4232-F6EC-B005-26DD-296DA469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D6B4DA-F432-354F-5DF0-EBD38CFD86A8}"/>
              </a:ext>
            </a:extLst>
          </p:cNvPr>
          <p:cNvSpPr txBox="1"/>
          <p:nvPr/>
        </p:nvSpPr>
        <p:spPr>
          <a:xfrm>
            <a:off x="355600" y="22860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Setting</a:t>
            </a:r>
            <a:endParaRPr lang="ko-KR" altLang="en-US" dirty="0"/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50EBE1-0854-7241-D8C6-28C24C68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924702"/>
            <a:ext cx="5233181" cy="264656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007E36B-26B0-DE32-C05E-DAE09361C234}"/>
              </a:ext>
            </a:extLst>
          </p:cNvPr>
          <p:cNvSpPr/>
          <p:nvPr/>
        </p:nvSpPr>
        <p:spPr>
          <a:xfrm>
            <a:off x="408004" y="3052554"/>
            <a:ext cx="539750" cy="312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A1A714-C9DC-FBBE-7214-9825B0CB69D3}"/>
              </a:ext>
            </a:extLst>
          </p:cNvPr>
          <p:cNvSpPr txBox="1"/>
          <p:nvPr/>
        </p:nvSpPr>
        <p:spPr>
          <a:xfrm>
            <a:off x="311973" y="1372886"/>
            <a:ext cx="26606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2. create .env file</a:t>
            </a:r>
            <a:endParaRPr lang="ko-KR" alt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0424A-10DE-EEF3-8AA5-F0E522A78AF7}"/>
              </a:ext>
            </a:extLst>
          </p:cNvPr>
          <p:cNvSpPr txBox="1"/>
          <p:nvPr/>
        </p:nvSpPr>
        <p:spPr>
          <a:xfrm>
            <a:off x="5728406" y="1888412"/>
            <a:ext cx="224315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 Recorder</a:t>
            </a:r>
          </a:p>
          <a:p>
            <a:r>
              <a:rPr lang="en-US" altLang="ko-KR" sz="1000" dirty="0"/>
              <a:t># use </a:t>
            </a:r>
            <a:r>
              <a:rPr lang="en-US" altLang="ko-KR" sz="1000" dirty="0" err="1"/>
              <a:t>postgres</a:t>
            </a:r>
            <a:r>
              <a:rPr lang="en-US" altLang="ko-KR" sz="1000" dirty="0"/>
              <a:t> =&gt; </a:t>
            </a:r>
            <a:r>
              <a:rPr lang="en-US" altLang="ko-KR" sz="1000" dirty="0" err="1"/>
              <a:t>postgres</a:t>
            </a:r>
            <a:endParaRPr lang="en-US" altLang="ko-KR" sz="1000" dirty="0"/>
          </a:p>
          <a:p>
            <a:r>
              <a:rPr lang="en-US" altLang="ko-KR" sz="1000" dirty="0"/>
              <a:t># use </a:t>
            </a:r>
            <a:r>
              <a:rPr lang="en-US" altLang="ko-KR" sz="1000" dirty="0" err="1"/>
              <a:t>json</a:t>
            </a:r>
            <a:r>
              <a:rPr lang="en-US" altLang="ko-KR" sz="1000" dirty="0"/>
              <a:t> =&gt; </a:t>
            </a:r>
            <a:r>
              <a:rPr lang="en-US" altLang="ko-KR" sz="1000" dirty="0" err="1"/>
              <a:t>json</a:t>
            </a:r>
            <a:endParaRPr lang="en-US" altLang="ko-KR" sz="1000" dirty="0"/>
          </a:p>
          <a:p>
            <a:r>
              <a:rPr lang="en-US" altLang="ko-KR" sz="1000" dirty="0"/>
              <a:t>Recorder=</a:t>
            </a:r>
            <a:r>
              <a:rPr lang="en-US" altLang="ko-KR" sz="1000" dirty="0" err="1"/>
              <a:t>json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# use </a:t>
            </a:r>
            <a:r>
              <a:rPr lang="en-US" altLang="ko-KR" sz="1000" dirty="0" err="1"/>
              <a:t>postgres</a:t>
            </a:r>
            <a:endParaRPr lang="en-US" altLang="ko-KR" sz="1000" dirty="0"/>
          </a:p>
          <a:p>
            <a:r>
              <a:rPr lang="en-US" altLang="ko-KR" sz="1000" dirty="0"/>
              <a:t>DB_HOST=localhost</a:t>
            </a:r>
          </a:p>
          <a:p>
            <a:r>
              <a:rPr lang="en-US" altLang="ko-KR" sz="1000" dirty="0"/>
              <a:t>DB_USER=</a:t>
            </a:r>
            <a:r>
              <a:rPr lang="en-US" altLang="ko-KR" sz="1000" dirty="0" err="1"/>
              <a:t>your_name</a:t>
            </a:r>
            <a:endParaRPr lang="en-US" altLang="ko-KR" sz="1000" dirty="0"/>
          </a:p>
          <a:p>
            <a:r>
              <a:rPr lang="en-US" altLang="ko-KR" sz="1000" dirty="0"/>
              <a:t>DB_PASSWORD=</a:t>
            </a:r>
            <a:r>
              <a:rPr lang="en-US" altLang="ko-KR" sz="1000" dirty="0" err="1"/>
              <a:t>your_db_password</a:t>
            </a:r>
            <a:endParaRPr lang="en-US" altLang="ko-KR" sz="1000" dirty="0"/>
          </a:p>
          <a:p>
            <a:r>
              <a:rPr lang="en-US" altLang="ko-KR" sz="1000" dirty="0"/>
              <a:t>DB_NAME=</a:t>
            </a:r>
            <a:r>
              <a:rPr lang="en-US" altLang="ko-KR" sz="1000" dirty="0" err="1"/>
              <a:t>your_db_name</a:t>
            </a:r>
            <a:endParaRPr lang="en-US" altLang="ko-KR" sz="1000" dirty="0"/>
          </a:p>
          <a:p>
            <a:r>
              <a:rPr lang="en-US" altLang="ko-KR" sz="1000" dirty="0"/>
              <a:t>DB_PORT=</a:t>
            </a:r>
            <a:r>
              <a:rPr lang="en-US" altLang="ko-KR" sz="1000" dirty="0" err="1"/>
              <a:t>db_host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# Requirements</a:t>
            </a:r>
          </a:p>
          <a:p>
            <a:r>
              <a:rPr lang="en-US" altLang="ko-KR" sz="1000" dirty="0"/>
              <a:t>SEQ_LEN=100</a:t>
            </a:r>
          </a:p>
          <a:p>
            <a:r>
              <a:rPr lang="en-US" altLang="ko-KR" sz="1000" dirty="0"/>
              <a:t>STRIDE=50</a:t>
            </a:r>
          </a:p>
          <a:p>
            <a:r>
              <a:rPr lang="en-US" altLang="ko-KR" sz="1000" dirty="0" err="1"/>
              <a:t>JsonPath</a:t>
            </a:r>
            <a:r>
              <a:rPr lang="en-US" altLang="ko-KR" sz="1000" dirty="0"/>
              <a:t>=./</a:t>
            </a:r>
          </a:p>
          <a:p>
            <a:r>
              <a:rPr lang="en-US" altLang="ko-KR" sz="1000" dirty="0"/>
              <a:t>threshold=0.7</a:t>
            </a:r>
          </a:p>
          <a:p>
            <a:r>
              <a:rPr lang="en-US" altLang="ko-KR" sz="1000" dirty="0" err="1"/>
              <a:t>d_model</a:t>
            </a:r>
            <a:r>
              <a:rPr lang="en-US" altLang="ko-KR" sz="1000" dirty="0"/>
              <a:t>=256</a:t>
            </a:r>
          </a:p>
          <a:p>
            <a:r>
              <a:rPr lang="en-US" altLang="ko-KR" sz="1000" dirty="0" err="1"/>
              <a:t>num_layers</a:t>
            </a:r>
            <a:r>
              <a:rPr lang="en-US" altLang="ko-KR" sz="1000" dirty="0"/>
              <a:t>=3</a:t>
            </a:r>
          </a:p>
          <a:p>
            <a:r>
              <a:rPr lang="en-US" altLang="ko-KR" sz="1000" dirty="0"/>
              <a:t>dropout=0.3</a:t>
            </a:r>
          </a:p>
          <a:p>
            <a:r>
              <a:rPr lang="en-US" altLang="ko-KR" sz="1000" dirty="0" err="1"/>
              <a:t>batch_size</a:t>
            </a:r>
            <a:r>
              <a:rPr lang="en-US" altLang="ko-KR" sz="1000" dirty="0"/>
              <a:t>=64</a:t>
            </a:r>
          </a:p>
          <a:p>
            <a:r>
              <a:rPr lang="en-US" altLang="ko-KR" sz="1000" dirty="0" err="1"/>
              <a:t>lr</a:t>
            </a:r>
            <a:r>
              <a:rPr lang="en-US" altLang="ko-KR" sz="1000" dirty="0"/>
              <a:t>=0.0005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53CC64-845E-CB94-54D7-7EA2C35268A4}"/>
              </a:ext>
            </a:extLst>
          </p:cNvPr>
          <p:cNvSpPr txBox="1"/>
          <p:nvPr/>
        </p:nvSpPr>
        <p:spPr>
          <a:xfrm>
            <a:off x="292923" y="967264"/>
            <a:ext cx="75755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1. git clone https://github.com/qqqqaqaqaqq/mouseMacroDetector.git</a:t>
            </a:r>
            <a:endParaRPr lang="ko-KR" altLang="en-US" sz="1300" dirty="0"/>
          </a:p>
        </p:txBody>
      </p:sp>
      <p:pic>
        <p:nvPicPr>
          <p:cNvPr id="23" name="그림 2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87F894-33FD-EF69-A99D-35010D6CD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298" y="1888412"/>
            <a:ext cx="2990102" cy="4400981"/>
          </a:xfrm>
          <a:prstGeom prst="rect">
            <a:avLst/>
          </a:prstGeom>
        </p:spPr>
      </p:pic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154D538C-2796-7436-130A-D7336018EF9B}"/>
              </a:ext>
            </a:extLst>
          </p:cNvPr>
          <p:cNvSpPr/>
          <p:nvPr/>
        </p:nvSpPr>
        <p:spPr>
          <a:xfrm>
            <a:off x="8059463" y="3471654"/>
            <a:ext cx="573028" cy="3531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0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B9F7-A3D5-9BBB-26BA-80F9FFB2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1BC95-E1BF-2144-8D7D-8791923FEECC}"/>
              </a:ext>
            </a:extLst>
          </p:cNvPr>
          <p:cNvSpPr txBox="1"/>
          <p:nvPr/>
        </p:nvSpPr>
        <p:spPr>
          <a:xfrm>
            <a:off x="355600" y="22860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4BC40-6EB6-43B9-32FE-76FC02A5CD7E}"/>
              </a:ext>
            </a:extLst>
          </p:cNvPr>
          <p:cNvSpPr txBox="1"/>
          <p:nvPr/>
        </p:nvSpPr>
        <p:spPr>
          <a:xfrm>
            <a:off x="292923" y="967264"/>
            <a:ext cx="75755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3. Install dependencies from requirements.txt</a:t>
            </a:r>
          </a:p>
          <a:p>
            <a:r>
              <a:rPr lang="ko-KR" altLang="en-US" sz="1300" dirty="0"/>
              <a:t>   </a:t>
            </a:r>
            <a:r>
              <a:rPr lang="en-US" altLang="ko-KR" sz="1300" dirty="0"/>
              <a:t>- Python version 3.10.9 or higher is required.</a:t>
            </a:r>
            <a:endParaRPr lang="ko-KR" altLang="en-US" sz="1300" dirty="0"/>
          </a:p>
        </p:txBody>
      </p:sp>
      <p:pic>
        <p:nvPicPr>
          <p:cNvPr id="6" name="그림 5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1A96F6-6BE3-F1CF-EEA8-97115AB1C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459707"/>
            <a:ext cx="6235700" cy="1312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0B487D-FF4E-E911-7743-48AF3BC2A7C6}"/>
              </a:ext>
            </a:extLst>
          </p:cNvPr>
          <p:cNvSpPr txBox="1"/>
          <p:nvPr/>
        </p:nvSpPr>
        <p:spPr>
          <a:xfrm>
            <a:off x="292923" y="2846864"/>
            <a:ext cx="75755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4. Run</a:t>
            </a:r>
            <a:r>
              <a:rPr lang="ko-KR" altLang="en-US" sz="1300" dirty="0"/>
              <a:t> </a:t>
            </a:r>
            <a:r>
              <a:rPr lang="en-US" altLang="ko-KR" sz="1300" dirty="0"/>
              <a:t>:</a:t>
            </a:r>
            <a:r>
              <a:rPr lang="ko-KR" altLang="en-US" sz="1300" dirty="0"/>
              <a:t> </a:t>
            </a:r>
            <a:r>
              <a:rPr lang="en-US" altLang="ko-KR" sz="1300" dirty="0"/>
              <a:t>Success message: "Real Handlers &amp; </a:t>
            </a:r>
            <a:r>
              <a:rPr lang="en-US" altLang="ko-KR" sz="1300" dirty="0" err="1"/>
              <a:t>Globals</a:t>
            </a:r>
            <a:r>
              <a:rPr lang="en-US" altLang="ko-KR" sz="1300" dirty="0"/>
              <a:t> Loaded"</a:t>
            </a:r>
            <a:endParaRPr lang="ko-KR" altLang="en-US" sz="1300" dirty="0"/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AF294D-BA58-0637-72F6-D8C9E9BB6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3274210"/>
            <a:ext cx="6635750" cy="8890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E3B9F8-55C8-B585-728E-F62321C2CBB5}"/>
              </a:ext>
            </a:extLst>
          </p:cNvPr>
          <p:cNvSpPr txBox="1"/>
          <p:nvPr/>
        </p:nvSpPr>
        <p:spPr>
          <a:xfrm>
            <a:off x="292923" y="4346424"/>
            <a:ext cx="499027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When you first start Postgres, it will look like the image below</a:t>
            </a:r>
            <a:endParaRPr lang="ko-KR" altLang="en-US" sz="1300" dirty="0"/>
          </a:p>
        </p:txBody>
      </p:sp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0A1442-2B41-BE27-0E31-7F7A27390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4821949"/>
            <a:ext cx="4896533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8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F85D9-5C45-DC52-F64B-911B31B8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8DFDF7-A81A-F44C-55C9-6782743A1AD9}"/>
              </a:ext>
            </a:extLst>
          </p:cNvPr>
          <p:cNvSpPr txBox="1"/>
          <p:nvPr/>
        </p:nvSpPr>
        <p:spPr>
          <a:xfrm>
            <a:off x="355600" y="22860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Record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68593-0CC1-1266-86F8-931E9F85DA08}"/>
              </a:ext>
            </a:extLst>
          </p:cNvPr>
          <p:cNvSpPr txBox="1"/>
          <p:nvPr/>
        </p:nvSpPr>
        <p:spPr>
          <a:xfrm>
            <a:off x="292923" y="967264"/>
            <a:ext cx="75755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1. Click Start New Mouse Recording =&gt; Yes</a:t>
            </a:r>
            <a:endParaRPr lang="ko-KR" altLang="en-US" sz="1300" dirty="0"/>
          </a:p>
        </p:txBody>
      </p:sp>
      <p:pic>
        <p:nvPicPr>
          <p:cNvPr id="9" name="그림 8" descr="텍스트, 스크린샷, 멀티미디어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4C719E-3E9B-B132-486D-3E420E509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92238"/>
            <a:ext cx="4318000" cy="9641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38B19D-81D2-9F1E-84CC-543F7A4E5BB7}"/>
              </a:ext>
            </a:extLst>
          </p:cNvPr>
          <p:cNvSpPr txBox="1"/>
          <p:nvPr/>
        </p:nvSpPr>
        <p:spPr>
          <a:xfrm>
            <a:off x="355600" y="3638308"/>
            <a:ext cx="75755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2. Records only on movement</a:t>
            </a:r>
            <a:endParaRPr lang="ko-KR" alt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F242C0-5EB6-8BC9-8558-8EAA40B40984}"/>
              </a:ext>
            </a:extLst>
          </p:cNvPr>
          <p:cNvSpPr txBox="1"/>
          <p:nvPr/>
        </p:nvSpPr>
        <p:spPr>
          <a:xfrm>
            <a:off x="355600" y="4920244"/>
            <a:ext cx="75755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3. Ctrl + shift + q =&gt; quit</a:t>
            </a:r>
            <a:endParaRPr lang="ko-KR" altLang="en-US" sz="13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3F385D1-D557-A1CB-348A-F78834CDA13F}"/>
              </a:ext>
            </a:extLst>
          </p:cNvPr>
          <p:cNvCxnSpPr/>
          <p:nvPr/>
        </p:nvCxnSpPr>
        <p:spPr>
          <a:xfrm>
            <a:off x="5784850" y="361950"/>
            <a:ext cx="0" cy="6286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38E75E-3FD1-B4F5-49BA-2F986FCC7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24631"/>
            <a:ext cx="4318000" cy="944310"/>
          </a:xfrm>
          <a:prstGeom prst="rect">
            <a:avLst/>
          </a:prstGeom>
        </p:spPr>
      </p:pic>
      <p:pic>
        <p:nvPicPr>
          <p:cNvPr id="29" name="그림 28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C1E9FA-37BA-611F-BFAD-EBD01EF56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55485"/>
            <a:ext cx="4788252" cy="676307"/>
          </a:xfrm>
          <a:prstGeom prst="rect">
            <a:avLst/>
          </a:prstGeom>
        </p:spPr>
      </p:pic>
      <p:pic>
        <p:nvPicPr>
          <p:cNvPr id="31" name="그림 3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D80B9A-029C-E228-AA8C-4AD7A687F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99" y="5260995"/>
            <a:ext cx="4788249" cy="975719"/>
          </a:xfrm>
          <a:prstGeom prst="rect">
            <a:avLst/>
          </a:prstGeom>
        </p:spPr>
      </p:pic>
      <p:pic>
        <p:nvPicPr>
          <p:cNvPr id="33" name="그림 3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9977A0-DE78-BAD8-387F-B95E1A2F29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468087"/>
            <a:ext cx="5927004" cy="434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2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30A8-9EB8-B6B9-A399-35FCB83E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32A41D-159E-B0DA-A0E9-8AF201E228DF}"/>
              </a:ext>
            </a:extLst>
          </p:cNvPr>
          <p:cNvSpPr txBox="1"/>
          <p:nvPr/>
        </p:nvSpPr>
        <p:spPr>
          <a:xfrm>
            <a:off x="355600" y="22860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Record - Dataset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3E972-F8A7-A8DF-A2C7-28FCF8723DC6}"/>
              </a:ext>
            </a:extLst>
          </p:cNvPr>
          <p:cNvSpPr txBox="1"/>
          <p:nvPr/>
        </p:nvSpPr>
        <p:spPr>
          <a:xfrm>
            <a:off x="355600" y="94615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json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EED1B-B200-0513-CADB-22D9B0F42A4A}"/>
              </a:ext>
            </a:extLst>
          </p:cNvPr>
          <p:cNvSpPr txBox="1"/>
          <p:nvPr/>
        </p:nvSpPr>
        <p:spPr>
          <a:xfrm>
            <a:off x="355600" y="1495393"/>
            <a:ext cx="4565650" cy="3867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[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"timestamp": "2026-02-01T21:50:21.317201",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"x": 2679,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"y": 357,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deltatime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": 6.330001633614302e-05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"timestamp": "2026-02-01T21:50:21.318696",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"x": 2680,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"y": 357,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deltatime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": 2.0799983758479357e-05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},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"timestamp": "2026-02-01T21:50:21.325893",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"x": 2682,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"y": 356,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    "</a:t>
            </a:r>
            <a:r>
              <a:rPr lang="en-US" altLang="ko-KR" sz="1200" b="0" dirty="0" err="1">
                <a:effectLst/>
                <a:latin typeface="Consolas" panose="020B0609020204030204" pitchFamily="49" charset="0"/>
              </a:rPr>
              <a:t>deltatime</a:t>
            </a:r>
            <a:r>
              <a:rPr lang="en-US" altLang="ko-KR" sz="1200" b="0" dirty="0">
                <a:effectLst/>
                <a:latin typeface="Consolas" panose="020B0609020204030204" pitchFamily="49" charset="0"/>
              </a:rPr>
              <a:t>": 2.559996210038662e-05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0" dirty="0"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effectLst/>
                <a:latin typeface="Consolas" panose="020B0609020204030204" pitchFamily="49" charset="0"/>
              </a:rPr>
              <a:t>....</a:t>
            </a:r>
            <a:br>
              <a:rPr lang="en-US" altLang="ko-KR" sz="1200" b="0" dirty="0"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1A785-39A1-C176-2212-A4E301844D75}"/>
              </a:ext>
            </a:extLst>
          </p:cNvPr>
          <p:cNvSpPr txBox="1"/>
          <p:nvPr/>
        </p:nvSpPr>
        <p:spPr>
          <a:xfrm>
            <a:off x="6781800" y="94615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Postgres (</a:t>
            </a:r>
            <a:r>
              <a:rPr lang="en-US" altLang="ko-KR" dirty="0" err="1"/>
              <a:t>pgadmin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" name="그림 9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0F8D05-D53C-D7DB-8629-521261146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606549"/>
            <a:ext cx="4591596" cy="315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98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F7523-E63F-C256-542F-0AC34A11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CB9E05-A8ED-FABD-B979-32941F0AA7A3}"/>
              </a:ext>
            </a:extLst>
          </p:cNvPr>
          <p:cNvSpPr txBox="1"/>
          <p:nvPr/>
        </p:nvSpPr>
        <p:spPr>
          <a:xfrm>
            <a:off x="355600" y="22860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16CA6-E86C-8701-89FE-CA7800E00910}"/>
              </a:ext>
            </a:extLst>
          </p:cNvPr>
          <p:cNvSpPr txBox="1"/>
          <p:nvPr/>
        </p:nvSpPr>
        <p:spPr>
          <a:xfrm>
            <a:off x="292923" y="967264"/>
            <a:ext cx="50347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1. Click Run Model Training =&gt; Yes</a:t>
            </a:r>
            <a:endParaRPr lang="ko-KR" altLang="en-US" sz="1300" dirty="0"/>
          </a:p>
        </p:txBody>
      </p:sp>
      <p:pic>
        <p:nvPicPr>
          <p:cNvPr id="5" name="그림 4" descr="텍스트, 스크린샷, 멀티미디어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ABA118-8CD9-F675-FEAB-E5B95C95D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1" y="1373187"/>
            <a:ext cx="4311648" cy="962715"/>
          </a:xfrm>
          <a:prstGeom prst="rect">
            <a:avLst/>
          </a:prstGeom>
        </p:spPr>
      </p:pic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0765C1-61B5-BBF3-BB5D-2B9E3F9D2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1" y="1373187"/>
            <a:ext cx="2929296" cy="3614066"/>
          </a:xfrm>
          <a:prstGeom prst="rect">
            <a:avLst/>
          </a:prstGeom>
        </p:spPr>
      </p:pic>
      <p:pic>
        <p:nvPicPr>
          <p:cNvPr id="10" name="그림 9" descr="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D3F0FF-EFF6-8D6C-95AB-99F559478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51" y="2794854"/>
            <a:ext cx="4165600" cy="25608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E87D583-314A-C821-5B74-B691D7E32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3101" y="5463501"/>
            <a:ext cx="5106113" cy="228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F0D2C7-4D9E-DAF3-872D-59588139C827}"/>
              </a:ext>
            </a:extLst>
          </p:cNvPr>
          <p:cNvSpPr txBox="1"/>
          <p:nvPr/>
        </p:nvSpPr>
        <p:spPr>
          <a:xfrm>
            <a:off x="292923" y="2449437"/>
            <a:ext cx="45521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2. Show Real time Training Chart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410F43-89A4-908B-C452-D6511F50479E}"/>
              </a:ext>
            </a:extLst>
          </p:cNvPr>
          <p:cNvSpPr txBox="1"/>
          <p:nvPr/>
        </p:nvSpPr>
        <p:spPr>
          <a:xfrm>
            <a:off x="5696772" y="988869"/>
            <a:ext cx="50347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3. Log</a:t>
            </a:r>
            <a:endParaRPr lang="ko-KR" altLang="en-US" sz="13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68FDCB-C0E6-1EE8-A1FA-DC591DC0D169}"/>
              </a:ext>
            </a:extLst>
          </p:cNvPr>
          <p:cNvSpPr txBox="1"/>
          <p:nvPr/>
        </p:nvSpPr>
        <p:spPr>
          <a:xfrm>
            <a:off x="5696771" y="5079183"/>
            <a:ext cx="50347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4. Finally</a:t>
            </a:r>
            <a:endParaRPr lang="ko-KR" alt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80020D-4341-80AC-1C48-A76BAB365F2F}"/>
              </a:ext>
            </a:extLst>
          </p:cNvPr>
          <p:cNvSpPr txBox="1"/>
          <p:nvPr/>
        </p:nvSpPr>
        <p:spPr>
          <a:xfrm>
            <a:off x="414698" y="5784063"/>
            <a:ext cx="82676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Notice: Min Data Length ≥ </a:t>
            </a:r>
            <a:r>
              <a:rPr lang="en-US" altLang="ko-KR" sz="1400" b="1" dirty="0" err="1">
                <a:solidFill>
                  <a:srgbClr val="FF0000"/>
                </a:solidFill>
              </a:rPr>
              <a:t>Global.SEQ_LEN</a:t>
            </a:r>
            <a:r>
              <a:rPr lang="en-US" altLang="ko-KR" sz="1400" b="1" dirty="0">
                <a:solidFill>
                  <a:srgbClr val="FF0000"/>
                </a:solidFill>
              </a:rPr>
              <a:t> * 1000</a:t>
            </a:r>
          </a:p>
          <a:p>
            <a:r>
              <a:rPr lang="en-US" altLang="ko-KR" sz="1400" b="1" dirty="0">
                <a:solidFill>
                  <a:srgbClr val="FF0000"/>
                </a:solidFill>
              </a:rPr>
              <a:t>   - Continuous collection is not required (</a:t>
            </a:r>
            <a:r>
              <a:rPr lang="en-US" altLang="ko-KR" sz="1400" b="1" dirty="0" err="1">
                <a:solidFill>
                  <a:srgbClr val="FF0000"/>
                </a:solidFill>
              </a:rPr>
              <a:t>DeltaTime</a:t>
            </a:r>
            <a:r>
              <a:rPr lang="en-US" altLang="ko-KR" sz="1400" b="1" dirty="0">
                <a:solidFill>
                  <a:srgbClr val="FF0000"/>
                </a:solidFill>
              </a:rPr>
              <a:t> is calculated independently).</a:t>
            </a:r>
          </a:p>
          <a:p>
            <a:r>
              <a:rPr lang="en-US" altLang="ko-KR" sz="1400" b="1" dirty="0">
                <a:solidFill>
                  <a:srgbClr val="FF0000"/>
                </a:solidFill>
              </a:rPr>
              <a:t>   - The more accumulated data, the better.</a:t>
            </a:r>
          </a:p>
          <a:p>
            <a:endParaRPr lang="ko-KR" altLang="en-US" sz="13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3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1DD24-6F1E-73BE-8E73-C30C952E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08ACD8-8E61-A567-FF39-6D91516C8E5F}"/>
              </a:ext>
            </a:extLst>
          </p:cNvPr>
          <p:cNvSpPr txBox="1"/>
          <p:nvPr/>
        </p:nvSpPr>
        <p:spPr>
          <a:xfrm>
            <a:off x="355600" y="22860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Inference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61BF2-6739-4B89-BDBC-05A2E444CD88}"/>
              </a:ext>
            </a:extLst>
          </p:cNvPr>
          <p:cNvSpPr txBox="1"/>
          <p:nvPr/>
        </p:nvSpPr>
        <p:spPr>
          <a:xfrm>
            <a:off x="292923" y="967264"/>
            <a:ext cx="50347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1. Click Start Real time Inference =&gt; Yes</a:t>
            </a:r>
            <a:endParaRPr lang="ko-KR" alt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1D520C-482E-F7E5-C2EF-7FC12D18510F}"/>
              </a:ext>
            </a:extLst>
          </p:cNvPr>
          <p:cNvSpPr txBox="1"/>
          <p:nvPr/>
        </p:nvSpPr>
        <p:spPr>
          <a:xfrm>
            <a:off x="292923" y="2449437"/>
            <a:ext cx="45521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2. Show Real time </a:t>
            </a:r>
            <a:r>
              <a:rPr lang="en-US" altLang="ko-KR" sz="1300" dirty="0" err="1"/>
              <a:t>Feacture</a:t>
            </a:r>
            <a:r>
              <a:rPr lang="en-US" altLang="ko-KR" sz="1300" dirty="0"/>
              <a:t> / Threshold Chart =&gt; Human</a:t>
            </a:r>
            <a:endParaRPr lang="ko-KR" altLang="en-US" sz="1300" dirty="0"/>
          </a:p>
        </p:txBody>
      </p:sp>
      <p:pic>
        <p:nvPicPr>
          <p:cNvPr id="6" name="그림 5" descr="텍스트, 스크린샷, 멀티미디어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E98A55-FFA2-2916-ED2C-EE1191FC4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1" y="1373187"/>
            <a:ext cx="4032249" cy="900330"/>
          </a:xfrm>
          <a:prstGeom prst="rect">
            <a:avLst/>
          </a:prstGeom>
        </p:spPr>
      </p:pic>
      <p:pic>
        <p:nvPicPr>
          <p:cNvPr id="9" name="그림 8" descr="스크린샷, 텍스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932016-CB2C-C28A-D596-7EAEB1B8C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1" y="2917744"/>
            <a:ext cx="4371267" cy="3429000"/>
          </a:xfrm>
          <a:prstGeom prst="rect">
            <a:avLst/>
          </a:prstGeom>
        </p:spPr>
      </p:pic>
      <p:pic>
        <p:nvPicPr>
          <p:cNvPr id="13" name="그림 12" descr="전자제품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052EC4-D7AA-A18C-C8A7-1BD676640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341" y="2917744"/>
            <a:ext cx="19938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, 멀티미디어 소프트웨어,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9395A7-B719-0D3C-C73F-44619D49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2" t="7452" r="58490" b="17856"/>
          <a:stretch>
            <a:fillRect/>
          </a:stretch>
        </p:blipFill>
        <p:spPr>
          <a:xfrm>
            <a:off x="550580" y="1434984"/>
            <a:ext cx="4294469" cy="3298906"/>
          </a:xfrm>
          <a:prstGeom prst="rect">
            <a:avLst/>
          </a:prstGeom>
        </p:spPr>
      </p:pic>
      <p:pic>
        <p:nvPicPr>
          <p:cNvPr id="9" name="그림 8" descr="스크린샷, 멀티미디어 소프트웨어,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7D68D2-BB95-5FCA-2EA0-A9A018AE83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92" t="16521" r="1304" b="5320"/>
          <a:stretch>
            <a:fillRect/>
          </a:stretch>
        </p:blipFill>
        <p:spPr>
          <a:xfrm>
            <a:off x="4971227" y="1434984"/>
            <a:ext cx="2443217" cy="32989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070DC7-27C4-18B5-2032-B4E2DE56E160}"/>
              </a:ext>
            </a:extLst>
          </p:cNvPr>
          <p:cNvSpPr txBox="1"/>
          <p:nvPr/>
        </p:nvSpPr>
        <p:spPr>
          <a:xfrm>
            <a:off x="355600" y="228600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Inference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B14603-15AB-D2C7-A8B4-12FD5E96EE37}"/>
              </a:ext>
            </a:extLst>
          </p:cNvPr>
          <p:cNvSpPr txBox="1"/>
          <p:nvPr/>
        </p:nvSpPr>
        <p:spPr>
          <a:xfrm>
            <a:off x="292923" y="967264"/>
            <a:ext cx="50347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3. Show Real time </a:t>
            </a:r>
            <a:r>
              <a:rPr lang="en-US" altLang="ko-KR" sz="1300" dirty="0" err="1"/>
              <a:t>Feacture</a:t>
            </a:r>
            <a:r>
              <a:rPr lang="en-US" altLang="ko-KR" sz="1300" dirty="0"/>
              <a:t> / Threshold Chart =&gt; Macro</a:t>
            </a:r>
            <a:endParaRPr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988211-FD11-AAEE-2C8B-BD93F05F5FEC}"/>
              </a:ext>
            </a:extLst>
          </p:cNvPr>
          <p:cNvSpPr txBox="1"/>
          <p:nvPr/>
        </p:nvSpPr>
        <p:spPr>
          <a:xfrm>
            <a:off x="292922" y="5075714"/>
            <a:ext cx="5034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</a:rPr>
              <a:t>4. Set the threshold appropriately.</a:t>
            </a:r>
            <a:endParaRPr lang="ko-KR" altLang="en-US" sz="13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012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408</Words>
  <Application>Microsoft Office PowerPoint</Application>
  <PresentationFormat>와이드스크린</PresentationFormat>
  <Paragraphs>81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 Sung-joo</dc:creator>
  <cp:lastModifiedBy>Hong Sung-joo</cp:lastModifiedBy>
  <cp:revision>2</cp:revision>
  <dcterms:created xsi:type="dcterms:W3CDTF">2026-02-01T18:37:53Z</dcterms:created>
  <dcterms:modified xsi:type="dcterms:W3CDTF">2026-02-01T19:23:31Z</dcterms:modified>
</cp:coreProperties>
</file>